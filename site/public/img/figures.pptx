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扉は本体の横へ最大361mm出る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左右あきは各5mmで同じ。違うのは扉を開けたときの横張り出し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横張り出しの最大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905000"/>
            <a:ext cx="48139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8235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361mm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57450"/>
            <a:ext cx="40671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SJ-MF55R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730mm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475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305mm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0138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813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301mm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562350"/>
            <a:ext cx="358711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1415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269mm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114800"/>
            <a:ext cx="3133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R-HZC54Y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650mm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80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約235mm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壁際で扉が十分に開かないときは、壁から10〜20mm（機種による）。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800・900の有効奥行は546mm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TOTO洗濯機パンの有効奥行と、ドラム式の条件「奥行内寸540mm以上」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540mm条件に対する余り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955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242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242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7528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0" y="1771650"/>
            <a:ext cx="19050" cy="25908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0" y="1543050"/>
            <a:ext cx="1333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 540mm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0" y="203835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1981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PWP640N2W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2098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640×640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300" y="2038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66700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609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PWP740N2W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8384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740×640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2667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329565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2385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PWP800N2W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4671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800×640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900" y="32956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92430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671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PWP900N2W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0957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900×640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90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有効寸法はTOTOの参考値。洗濯機側の条件は奥行内寸500〜540mm以上。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縦型の条件は507〜570mm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4社の「設置可能な防水パン（奥行内寸）」と、TOTO 800・900の有効奥行546mm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570mm条件に対する不足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3810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866900"/>
            <a:ext cx="47625" cy="3810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7813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385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957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529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6101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1900" y="1771650"/>
            <a:ext cx="19050" cy="32766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8900" y="1543050"/>
            <a:ext cx="2476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TOTO 800・900 有効奥行 546mm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1981200"/>
            <a:ext cx="5143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1905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AW-10GM3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124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622×639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800" y="1962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570mm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24384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362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581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0" y="2419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8956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28194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ES-GV10L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384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600×597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800" y="28765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3352800"/>
            <a:ext cx="34290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2766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34956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6200" y="3333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540mm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0" y="3810000"/>
            <a:ext cx="31432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3733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9528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6200" y="3790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535mm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10000" y="4267200"/>
            <a:ext cx="2857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4191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4410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640×650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1800" y="4248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530mm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10000" y="4724400"/>
            <a:ext cx="15430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648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ES-GE7K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867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4705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507mm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有効寸法はTOTOの参考値。条件は各社の仕様ページ・カタログの公表値。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フタ全開時は1132〜1529mm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閉じた高さより242〜431mm高い。4社の寸法図から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閉じた高さとの最大差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431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524000"/>
            <a:ext cx="10439400" cy="4572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524000"/>
            <a:ext cx="47625" cy="4572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0574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5908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1242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576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910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7244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676400"/>
            <a:ext cx="3557111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10000" y="1676400"/>
            <a:ext cx="129921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581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9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閉じ1098 → 全開1529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1411" y="1638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1529mm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2209800"/>
            <a:ext cx="329517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10000" y="2209800"/>
            <a:ext cx="123634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114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343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閉じ1086 → 全開1479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9474" y="2171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1479mm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743200"/>
            <a:ext cx="3216593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10000" y="2743200"/>
            <a:ext cx="958691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6479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AW-10DPB6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8765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閉じ1033 → 全開1464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0892" y="27051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1464mm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276600"/>
            <a:ext cx="2771299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0" y="3276600"/>
            <a:ext cx="1189196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1813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4099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閉じ1077 → 全開1379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5599" y="32385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1379mm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3810000"/>
            <a:ext cx="2462212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10000" y="3810000"/>
            <a:ext cx="107394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37147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ES-SW11L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433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閉じ1055 → 全開1320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6512" y="3771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1320mm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0000" y="4343400"/>
            <a:ext cx="195405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10000" y="4343400"/>
            <a:ext cx="681038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248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BW-G70M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476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閉じ980 → 全開1223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8354" y="4305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1223mm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10000" y="4876800"/>
            <a:ext cx="1477328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10000" y="4876800"/>
            <a:ext cx="2095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781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5010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閉じ890 → 全開1132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01628" y="4838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1132mm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濃い棒が閉じた高さ、薄い棒がフタ全開時。数字はメーカー寸法図の公表値。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ドア開け時の奥行は973〜1259mm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外形奥行より373〜520mm前に出る。4社の寸法図から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外形奥行との最大差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520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524000"/>
            <a:ext cx="10439400" cy="4572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524000"/>
            <a:ext cx="47625" cy="4572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0574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5908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1242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576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910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7244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676400"/>
            <a:ext cx="43376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10000" y="1676400"/>
            <a:ext cx="13658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581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ES-X12C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9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外形739 → 開け時1259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1985" y="1638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1259mm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2209800"/>
            <a:ext cx="414909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10000" y="2209800"/>
            <a:ext cx="132588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114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NA-LX129FL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343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外形732 → 開け時1226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3390" y="2171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1226mm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743200"/>
            <a:ext cx="408622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10000" y="2743200"/>
            <a:ext cx="12515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6479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ES-12X2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8765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外形719 → 開け時1215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525" y="27051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1215mm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276600"/>
            <a:ext cx="385762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0" y="3276600"/>
            <a:ext cx="12573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1813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TW-127XP5L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4099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外形720 → 開け時1175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925" y="32385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1175mm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3810000"/>
            <a:ext cx="37318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10000" y="3810000"/>
            <a:ext cx="12573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37147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BD-STX130M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433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外形720 → 開け時1153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56195" y="3771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1153mm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0000" y="4343400"/>
            <a:ext cx="349186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10000" y="4343400"/>
            <a:ext cx="7600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248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TW-84GS5L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476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外形633 → 開け時1111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6165" y="4305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1111mm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10000" y="4876800"/>
            <a:ext cx="27031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10000" y="4876800"/>
            <a:ext cx="571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781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ES-7S2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5010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外形600 → 開け時973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7495" y="4838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973mm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濃い棒が外形奥行、薄い棒がドア開け時の奥行。数字はメーカー寸法図の公表値。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640の内寸奥行は28mm違う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LIXILは618mm、パナソニックは590mm。800は584mmで一致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640同士の内寸奥行の差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81650" y="1752600"/>
            <a:ext cx="19050" cy="33909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7850" y="1562100"/>
            <a:ext cx="123825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条件570mm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1924050"/>
            <a:ext cx="386334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190500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LIXIL 640 PF-6464A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618mm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0" y="2476500"/>
            <a:ext cx="2476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245745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640 GB724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590mm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3028950"/>
            <a:ext cx="217932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300990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LIXIL 800 PF-8064A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1500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584mm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581400"/>
            <a:ext cx="217932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356235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800 GB73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584mm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5750" y="4133850"/>
            <a:ext cx="990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411480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LIXIL 900 PF-9064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560mm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95750" y="4686300"/>
            <a:ext cx="2476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4667250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900 GB731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46482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590mm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570mmの線は、奥行内寸570mm以上の条件です。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