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5241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2574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20383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5086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20383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20955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足を置ける高さが0.5〜0.6mの5製品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