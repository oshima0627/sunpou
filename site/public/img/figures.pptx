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3336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0669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18478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4895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18478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同じ「9号まで」でも幅が違う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横棒は本体幅。破線は9号土鍋でいちばん幅のある墨貫入（32.5cm）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土鍋との差は最大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152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051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581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057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000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533900"/>
            <a:ext cx="47625" cy="4000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43250" y="1752600"/>
            <a:ext cx="5373624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752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スリム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174" y="1752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32.8cm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3250" y="2228850"/>
            <a:ext cx="547192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28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9472" y="2228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33.4cm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3250" y="2705100"/>
            <a:ext cx="548830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2705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達人スリムV／達人スリムβ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855" y="2705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33.5cm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3250" y="3181350"/>
            <a:ext cx="5521071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1813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621" y="31813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33.7cm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3657600"/>
            <a:ext cx="581596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3657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アモルフォプレミアム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3515" y="3657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35.5cm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3250" y="4133850"/>
            <a:ext cx="5873306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33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雅SLIM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856" y="4133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35.85cm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43250" y="4610100"/>
            <a:ext cx="6405753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4610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3303" y="4610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39.1cm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7725" y="1619250"/>
            <a:ext cx="9525" cy="32766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9475" y="49911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9号土鍋 32.5cm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「9号まで」は号数の目安で、寸法ではありません。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ボンベ1本は55〜78分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濃い部分が「250g ÷ ガス消費量」。薄い部分まで伸びると公表の連続燃焼時間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いちばん長くて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288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813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337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862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38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438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500" y="1771650"/>
            <a:ext cx="2933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145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431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286g/h ／ ＋3分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7716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324100"/>
            <a:ext cx="41605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669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4955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254g/h ／ ＋19分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241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78分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876550"/>
            <a:ext cx="36271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8194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達人スリムV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0480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245g/h ／ ＋7分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1920" y="28765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429000"/>
            <a:ext cx="37338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3718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スリム ほか2機種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6004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236g/h ／ ＋6分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600" y="3429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981450"/>
            <a:ext cx="38404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9243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エコプレミアムIII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152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210g/h ／ ＋1分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3981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72分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533900"/>
            <a:ext cx="59740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4767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ミニ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7053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135g/h ／ ＋1分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88880" y="4533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112分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火力が強い機種ほど、早く使い切ります。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6本に届くのは「全部まかなう」とき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1人・1週間あたり ／ 気温10℃での計算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全部まかなっても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477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477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52800"/>
            <a:ext cx="10439400" cy="6477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767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57400"/>
            <a:ext cx="524827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193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食事＋カップ麺＋飲み物＋お湯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全部まかなう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8325" y="20574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5.8本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781300"/>
            <a:ext cx="407193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7432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食事＋飲み物＋お湯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990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カップ麺なし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1988" y="27813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4.5本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3505200"/>
            <a:ext cx="289560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4671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714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お湯を沸かさない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5052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3.2本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4229100"/>
            <a:ext cx="226218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1910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44386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1日3回のレトルト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2238" y="42291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2.5本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0" y="1828800"/>
            <a:ext cx="9525" cy="28575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1581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農林水産省の目安 6本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「1人6本」はカップ麺まで含めた全部の想定でした。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農水省とイワタニの公表値からの計算です（実測ではありません）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土鍋の「号数」は幅を決めていません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銀峯陶器の公表寸法。同じ号数でもシリーズで幅が違う（幅は取手込み）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コンロの本体幅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0030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289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576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6576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862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6150" y="1905000"/>
            <a:ext cx="2095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90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21〜22cm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3365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025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24〜26.5cm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43450" y="316230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75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27〜29.5cm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1650" y="3790950"/>
            <a:ext cx="31432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9325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31〜32.5cm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4419600"/>
            <a:ext cx="4191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27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34〜36cm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4570" y="1695450"/>
            <a:ext cx="9525" cy="3067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3070" y="1447800"/>
            <a:ext cx="4000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カセットコンロの本体幅 33.4cm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同じ号数でも、シリーズで幅が違います。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同じ「180」でも天板の高さが違う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型番に180が付く4シリーズのメーカー公表値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実際に立てるのは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8288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BSA-180A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765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SEC-S180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60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124200"/>
            <a:ext cx="55054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RHB-18a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1.70m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771900"/>
            <a:ext cx="5440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MCX-180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498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1.68m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419600"/>
            <a:ext cx="45339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RHB-18a に立てる高さ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天板には乗れません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1.40m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専用脚立は型番＝天板高さ。はしご兼用脚立は型番より9〜12cm低い値でした。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同じ高さに立つのに 1.7kg と 6.3kg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足を置ける高さが0.5〜0.6mの5製品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いちばん重いもの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5750" y="1828800"/>
            <a:ext cx="148971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976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5750" y="2476500"/>
            <a:ext cx="157734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SE-6a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739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95750" y="3124200"/>
            <a:ext cx="30670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EFA-05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0.51m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3.5kg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771900"/>
            <a:ext cx="3154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0.50m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473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3.6kg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0" y="4419600"/>
            <a:ext cx="552069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SWH-09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0.60m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074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6.3kg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踏台は天板高さ、脚立は使用最大高さでそろえています。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伸縮脚は21〜45cm。階段には届きません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3社5シリーズの公表値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69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72021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RZS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脚軽伸縮タイプ／専用脚立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026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RYZB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はしご兼用伸縮脚立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9415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スタッピー SXJ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四脚アジャスト式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9415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60426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PRT-FX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伸縮脚付専用脚立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431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44cm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6861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かるノビ SCL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階段用／前後の脚の長さが違う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62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45cm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5213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踏面15cm・蹴上げ23cm・3段ぶん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2185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前脚と後脚は3段離れます。1段で済ませるには踏面が28cm近く必要でした。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「踏台」の天板は0.30mから1.61mまで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メーカーが呼び分けている天板高さの範囲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踏台なのに最大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705100"/>
            <a:ext cx="10439400" cy="7239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47625" cy="7239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2450" y="2095500"/>
            <a:ext cx="121348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0383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踏台（上わくなし）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2860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0.30 〜 0.79m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2515" y="2895600"/>
            <a:ext cx="272415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28384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30861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1.61m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515" y="3695700"/>
            <a:ext cx="542353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36385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8862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2.70m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700" y="1809750"/>
            <a:ext cx="9525" cy="2305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450" y="1562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天板高さ 80cm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上わくが付くと、80cmを超えても「踏台」と呼ばれていました。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届きたい高さ − 身長 ＝ 必要な足場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長谷川工業の「身長＋天板高さ＝作業高さ」を逆に使う（身長160cm基準）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2.4mに届くには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015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届きたい高さ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2.4m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3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2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身長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1.6m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E6EEF6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必要な足場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95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66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4800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0.8m に足を置ける3つの選び方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0.79m ／ 2.5kg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いちばん軽く、短くしまえる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3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0.77m ／ 3.8kg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手すりが天板の60cm上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2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長谷川工業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0.80m ／ 4.5kg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天板には乗れない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脚立の「足を置ける高さ」は天板高さではなく、使用最大高さです。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1.5L も 2L とほぼ同じ高さ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棒がボトルの全高、線がクーラーボックスの内寸の深さ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立つのは深さ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85950"/>
            <a:ext cx="32480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8859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ダイワ10L・20L　内寸の深さ 220mm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4325" y="1885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2438400"/>
            <a:ext cx="33956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4384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ダイワ15L　内寸の深さ 230mm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1962" y="24384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990850"/>
            <a:ext cx="35875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9908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ロゴス・アイリス　内寸の深さ 243mm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3891" y="29908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543300"/>
            <a:ext cx="37647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5433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ダイワ25L　内寸の深さ 255mm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1056" y="3543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4095750"/>
            <a:ext cx="45767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0957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アイリス40L　内寸の深さ 310mm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3062" y="4095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2Lが立つ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89708" y="1695450"/>
            <a:ext cx="9525" cy="2686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08708" y="1447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2Lの全高 306mm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1.5L（305〜307.5mm）は 2L（305〜306mm）とほぼ同じ高さです。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出典：ボトル＝料材開発／深さ＝各メーカー公式の内寸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床面積が同じでも本数は違う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どちらも 858cm² ／ 丸型ボトル 胴径 68.5mm ／ 灰色は割り切れない余り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ロゴスは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448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76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104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93289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448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76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104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93289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448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276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104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3289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9382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39 ÷ 6.85 ＝ 5.7 → 5列 ／ 22 ÷ 6.85 ＝ 3.2 → 3行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ハイパー氷点下クーラーL（20L）　内寸 33 × 26cm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5500" y="2190750"/>
            <a:ext cx="2326005" cy="183261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883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11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539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055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883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711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539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055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883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711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539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417576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33 ÷ 6.85 ＝ 4.8 → 4列 ／ 26 ÷ 6.85 ＝ 3.8 → 3行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55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4列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広さではなく、胴径で割り切れるかで決まります。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公表容量は 20L と 22L。どちらも 15本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ボトルはシマノ公表の前提 Φ66 × 全高207mm ／ 灰色は使えない余り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674620" cy="150876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146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672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198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25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146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672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198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5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146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672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98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5725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5191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メーカーの公表は18本（前提にしたボトルが違う）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シマノ フィクセル 22L　内寸（底部）21.1 × 39.1cm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5500" y="2190750"/>
            <a:ext cx="2681478" cy="144703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055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81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107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633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160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81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107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2633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160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055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581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07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2633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160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05500" y="3790188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本数の公表なし。内寸は「底部」の値を使った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公表容量が違っても、入る本数は同じでした。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同じ箱・同じ1枚。置き方だけで違う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胴径60mm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氷点下パックL（25.5 × 16.4 × 厚2.5cm）を床に寝かせる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2190750"/>
            <a:ext cx="1797368" cy="1155954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200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8491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782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00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491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0782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A8410F"/>
                </a:solidFill>
                <a:latin typeface="Yu Gothic UI"/>
              </a:rPr>
              <a:t>6</a:t>
            </a:r>
            <a:r>
              <a:rPr sz="150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残る帯は 22 − 16.4 ＝ 5.6cm。胴径6cmに足りず丸ごと死ぬ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氷点下パックM（19.6 × 13.8 × 厚2.6cm）を壁に立てかける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55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05500" y="2190750"/>
            <a:ext cx="1381506" cy="183261"/>
          </a:xfrm>
          <a:prstGeom prst="rect">
            <a:avLst/>
          </a:prstGeom>
          <a:solidFill>
            <a:srgbClr val="DAE7F2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0550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2841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5132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7423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9714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2005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841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132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7423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9714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2005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2841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132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7423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9714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02005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055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床の余り 4cm と 3cm に、厚さ2.6cmがそのまま収まる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面積ではなく、残った帯が胴径で割り切れるかで決まります。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斜めに置くと、長辺より長いものが入る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シマノ スペーザ 350（内寸 25.2 × 59.2 × 深さ 23.0cm）を上から見た床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68.3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5500" y="20002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0" y="21907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床の対角線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5146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√(25.2² ＋ 59.2²) ＝ 64.3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32956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34861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8100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√(25.2² ＋ 59.2² ＋ 23.0²) ＝ 68.3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角の丸みや水栓の出っ張りは計算に入っていません。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どちらも15L。中の広さは違う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上から見た床面 ／ 灰色の外枠＝外寸、青い内枠＝内寸（メーカー公表値）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断熱で片側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アイリスオーヤマ HUGEL 15L（真空断熱パネル）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2743200" cy="187756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3604" y="2574798"/>
            <a:ext cx="1840992" cy="1109472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42397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45.0 × 30.8cm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5064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30.2 × 18.2cm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773168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長辺で片側7.4cm ／ 短辺で片側6.3cm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ダイワ クールラインα3 S1500（発泡スチロール）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2190750"/>
            <a:ext cx="2895600" cy="152400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2434590"/>
            <a:ext cx="2194560" cy="1036320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0" y="38862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47.5 × 25.0cm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1529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36.0 × 17.0cm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4196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長辺で片側5.75cm ／ 短辺で片側4.0cm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外寸が大きくても、断熱が厚ければ中は狭くなります。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入れたいものから内寸を逆に引く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容量Lは「何が入るか」を教えてくれない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内寸を並べた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製品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954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812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670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7528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438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500ml ペットボトル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0383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207mm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3800" y="18669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内寸の辺 ÷ 胴径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4750" y="1866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同じ20Lでも 15〜18本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2L ペットボトル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7241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306mm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3800" y="25527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内寸の深さ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25527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306mm以上は 26製品中3つ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保冷剤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4099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厚さ 25〜35mm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3800" y="32385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深さの余り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4750" y="32385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25mm未満なら床を食う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大きい魚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40957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まっすぐ入る長さ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3800" y="39243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内寸の長辺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4750" y="39243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80cm以上は 3製品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持ち運び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850" y="47815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空のときの重さ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33800" y="46101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自重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24750" y="46101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1.5kg 〜 13.2kg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容量Lではなく、入れたいものから内寸を決めます。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「10号まで」でも土鍋のほうが広い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上から見た図 ／ 灰色＝コンロ本体、橙＝土鍋（口径31cm＋取手）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左右にはみ出す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2286000"/>
            <a:ext cx="2290572" cy="18790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8596" y="2311146"/>
            <a:ext cx="2468880" cy="1828800"/>
          </a:xfrm>
          <a:prstGeom prst="ellipse">
            <a:avLst/>
          </a:prstGeom>
          <a:solidFill>
            <a:srgbClr val="FDF2E4"/>
          </a:solidFill>
          <a:ln w="28575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イワタニ エコプレミアムIII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3241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本体 33.4 × 27.4cm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8194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墨貫入 10号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1051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幅（取手込）36cm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0" y="3486150"/>
            <a:ext cx="4572000" cy="6286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36766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左右に 1.3cm ずつはみ出す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3053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はみ出しても五徳に乗れば使えます。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5720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効くのは「卓上で必要な幅」のほうです。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号数ではなく、取手込みの幅で決まります。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「180」でも足を置けるのは 1.40m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／ 横から見た図 ／ 踏ざんは省略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型番より低い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2556510"/>
            <a:ext cx="1905000" cy="2396490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8250" y="2979420"/>
            <a:ext cx="2286000" cy="381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17526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2500" y="18669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型番の数字 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21336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開いた状態の高さではありません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384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5527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天板の高さ 1.70m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28194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乗ることは禁止されています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1242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32385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使用最大高さ 1.40m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35052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足を置けるのはここまで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413385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型番の数字より 40cm 低い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4419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RHB は5サイズすべてこの差でした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46863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BSA-A と SEC-S の仕様表にはこの欄がありません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型番の数字は、足を置ける高さではありません。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0.8m前後に立つのに 2.5kg と 7.6kg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踏台は天板高さ、脚立は使用最大高さでそろえています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重さの差は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3.0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8573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742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2.5kg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193167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1720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2.6kg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82321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0.77m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3260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3.8kg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2689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EFA-08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0.79m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03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4.4kg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3432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0.80m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33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4.5kg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464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SWH-12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0.90m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6470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7.6kg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いちばん軽い2.5kgと、いちばん重い7.6kgで3.0倍の差があります。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階段では前脚と後脚が3段離れます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踏面15cm・蹴上げ23cm（住宅の法定の限界値）／ 脚立の設置奥行 55.2cm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足りない分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387096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04950" y="316992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2150" y="246888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19350" y="176784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468880"/>
            <a:ext cx="47625" cy="210312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" y="216408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8500" y="3627120"/>
            <a:ext cx="47625" cy="94488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2800" y="332232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18669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必要な高低差 69cm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23241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3段離れる × 蹴上げ23cm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43500" y="27813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29527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伸縮脚で調整できるのは 31cm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32385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ピカ スタッピー SXJ-90A の公表値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3810000"/>
            <a:ext cx="4381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38cm 足りません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191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踏面が広い階段でも2段離れるので、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44577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必要なのは32cm以上でした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伸縮脚では、住宅の階段の高低差に届きません。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天板は同じでも足場の高さが違う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横から見た図 ／ 同じ0.8m前後の2製品を並べています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脚立で立てるのは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3370421"/>
            <a:ext cx="1619250" cy="1392079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9250" y="2295525"/>
            <a:ext cx="1238250" cy="1074896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1990725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全高 1.40m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8500" y="289464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上わく ＋61cm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3370421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天板 0.79m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875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75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EFA-08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0" y="3335179"/>
            <a:ext cx="1619250" cy="1427321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67500" y="3881438"/>
            <a:ext cx="1619250" cy="881062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7250" y="3335179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6A717B"/>
                </a:solidFill>
                <a:latin typeface="Yu Gothic UI"/>
              </a:rPr>
              <a:t>天板 0.81m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0" y="388143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使用最大 0.50m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天板は0.79mと0.81m。足を置ける高さは0.79mと0.50mに分かれます。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